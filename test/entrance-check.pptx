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这是多进程打开的测试文档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524000" y="3302000"/>
            <a:ext cx="1778000" cy="1778000"/>
          </a:xfrm>
          <a:prstGeom prst="rect">
            <a:avLst/>
          </a:prstGeom>
          <a:solidFill>
            <a:srgbClr val="FF00FF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3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00000"/>
                                          </p:val>
                                        </p:tav>
                                        <p:tav tm="5300">
                                          <p:val>
                                            <p:strVal val="#ppt_x+0.399069"/>
                                          </p:val>
                                        </p:tav>
                                        <p:tav tm="10500">
                                          <p:val>
                                            <p:strVal val="#ppt_x+0.396008"/>
                                          </p:val>
                                        </p:tav>
                                        <p:tav tm="15800">
                                          <p:val>
                                            <p:strVal val="#ppt_x+0.390311"/>
                                          </p:val>
                                        </p:tav>
                                        <p:tav tm="21100">
                                          <p:val>
                                            <p:strVal val="#ppt_x+0.381265"/>
                                          </p:val>
                                        </p:tav>
                                        <p:tav tm="26300">
                                          <p:val>
                                            <p:strVal val="#ppt_x+0.367842"/>
                                          </p:val>
                                        </p:tav>
                                        <p:tav tm="31600">
                                          <p:val>
                                            <p:strVal val="#ppt_x+0.348503"/>
                                          </p:val>
                                        </p:tav>
                                        <p:tav tm="36800">
                                          <p:val>
                                            <p:strVal val="#ppt_x+0.320938"/>
                                          </p:val>
                                        </p:tav>
                                        <p:tav tm="42100">
                                          <p:val>
                                            <p:strVal val="#ppt_x+0.282008"/>
                                          </p:val>
                                        </p:tav>
                                        <p:tav tm="47400">
                                          <p:val>
                                            <p:strVal val="#ppt_x+0.229711"/>
                                          </p:val>
                                        </p:tav>
                                        <p:tav tm="52600">
                                          <p:val>
                                            <p:strVal val="#ppt_x+0.170289"/>
                                          </p:val>
                                        </p:tav>
                                        <p:tav tm="57900">
                                          <p:val>
                                            <p:strVal val="#ppt_x+0.117992"/>
                                          </p:val>
                                        </p:tav>
                                        <p:tav tm="63200">
                                          <p:val>
                                            <p:strVal val="#ppt_x+0.079062"/>
                                          </p:val>
                                        </p:tav>
                                        <p:tav tm="68400">
                                          <p:val>
                                            <p:strVal val="#ppt_x+0.051497"/>
                                          </p:val>
                                        </p:tav>
                                        <p:tav tm="73700">
                                          <p:val>
                                            <p:strVal val="#ppt_x+0.032158"/>
                                          </p:val>
                                        </p:tav>
                                        <p:tav tm="78900">
                                          <p:val>
                                            <p:strVal val="#ppt_x+0.018735"/>
                                          </p:val>
                                        </p:tav>
                                        <p:tav tm="84200">
                                          <p:val>
                                            <p:strVal val="#ppt_x+0.009689"/>
                                          </p:val>
                                        </p:tav>
                                        <p:tav tm="89500">
                                          <p:val>
                                            <p:strVal val="#ppt_x+0.003992"/>
                                          </p:val>
                                        </p:tav>
                                        <p:tav tm="94700">
                                          <p:val>
                                            <p:strVal val="#ppt_x+0.0009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000000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Arial Black</vt:lpstr>
      <vt:lpstr>Arial Unicode MS</vt:lpstr>
      <vt:lpstr>黑体</vt:lpstr>
      <vt:lpstr>Office 主题​​</vt:lpstr>
      <vt:lpstr>这是多进程打开的测试文档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kingsoft</dc:creator>
  <cp:lastModifiedBy>王昊</cp:lastModifiedBy>
  <cp:revision>6</cp:revision>
  <dcterms:created xsi:type="dcterms:W3CDTF">2019-09-19T02:01:00Z</dcterms:created>
  <dcterms:modified xsi:type="dcterms:W3CDTF">2026-10-18T08:53:05Z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</Properties>
</file>