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57200"/>
            <a:ext cx="10668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B3340"/>
                </a:solidFill>
              </a:rPr>
              <a:t>同一动画，三种速率曲线 —— 分别选中三个方块，套用不同曲线后按 F5</a:t>
            </a:r>
          </a:p>
        </p:txBody>
      </p:sp>
      <p:sp>
        <p:nvSpPr>
          <p:cNvPr id="3" name="方块1"/>
          <p:cNvSpPr/>
          <p:nvPr/>
        </p:nvSpPr>
        <p:spPr>
          <a:xfrm>
            <a:off x="1397000" y="3810000"/>
            <a:ext cx="1778000" cy="1778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方块2"/>
          <p:cNvSpPr/>
          <p:nvPr/>
        </p:nvSpPr>
        <p:spPr>
          <a:xfrm>
            <a:off x="4572000" y="3810000"/>
            <a:ext cx="1778000" cy="177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方块3"/>
          <p:cNvSpPr/>
          <p:nvPr/>
        </p:nvSpPr>
        <p:spPr>
          <a:xfrm>
            <a:off x="7747000" y="3810000"/>
            <a:ext cx="1778000" cy="1778000"/>
          </a:xfrm>
          <a:prstGeom prst="roundRect">
            <a:avLst/>
          </a:prstGeom>
          <a:solidFill>
            <a:srgbClr val="E5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7A8494"/>
                </a:solidFill>
              </a:rPr>
              <a:t>建议：三个方块都设 距离 30%、时长 2s、关键帧 24，只改曲线，差异最明显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圆形"/>
          <p:cNvSpPr/>
          <p:nvPr/>
        </p:nvSpPr>
        <p:spPr>
          <a:xfrm>
            <a:off x="1524000" y="2032000"/>
            <a:ext cx="1905000" cy="1905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星形"/>
          <p:cNvSpPr/>
          <p:nvPr/>
        </p:nvSpPr>
        <p:spPr>
          <a:xfrm>
            <a:off x="4826000" y="2032000"/>
            <a:ext cx="1905000" cy="1905000"/>
          </a:xfrm>
          <a:prstGeom prst="star5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箭头"/>
          <p:cNvSpPr/>
          <p:nvPr/>
        </p:nvSpPr>
        <p:spPr>
          <a:xfrm>
            <a:off x="8128000" y="2032000"/>
            <a:ext cx="1905000" cy="190500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B3340"/>
                </a:solidFill>
              </a:rPr>
              <a:t>第 2 页：圆形 / 星形 / 箭头 —— 验证曲线在非矩形形状上同样生效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B3340"/>
                </a:solidFill>
              </a:rPr>
              <a:t>第 3 页：方向测试 —— 向上 / 向下 / 向左 各套一条曲线</a:t>
            </a:r>
          </a:p>
        </p:txBody>
      </p:sp>
      <p:sp>
        <p:nvSpPr>
          <p:cNvPr id="3" name="方向1"/>
          <p:cNvSpPr/>
          <p:nvPr/>
        </p:nvSpPr>
        <p:spPr>
          <a:xfrm>
            <a:off x="1778000" y="2286000"/>
            <a:ext cx="1397000" cy="1397000"/>
          </a:xfrm>
          <a:prstGeom prst="homePlat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方向2"/>
          <p:cNvSpPr/>
          <p:nvPr/>
        </p:nvSpPr>
        <p:spPr>
          <a:xfrm>
            <a:off x="5334000" y="2286000"/>
            <a:ext cx="1397000" cy="1397000"/>
          </a:xfrm>
          <a:prstGeom prst="homePlat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方向3"/>
          <p:cNvSpPr/>
          <p:nvPr/>
        </p:nvSpPr>
        <p:spPr>
          <a:xfrm>
            <a:off x="8890000" y="2286000"/>
            <a:ext cx="1397000" cy="1397000"/>
          </a:xfrm>
          <a:prstGeom prst="homePlate">
            <a:avLst/>
          </a:prstGeom>
          <a:solidFill>
            <a:srgbClr val="E5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